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66" r:id="rId3"/>
    <p:sldId id="267" r:id="rId4"/>
    <p:sldId id="268" r:id="rId5"/>
    <p:sldId id="269" r:id="rId6"/>
    <p:sldId id="270" r:id="rId7"/>
    <p:sldId id="271" r:id="rId8"/>
    <p:sldId id="272" r:id="rId9"/>
    <p:sldId id="261" r:id="rId10"/>
    <p:sldId id="263" r:id="rId11"/>
    <p:sldId id="264" r:id="rId12"/>
    <p:sldId id="262" r:id="rId13"/>
    <p:sldId id="256" r:id="rId14"/>
    <p:sldId id="257" r:id="rId15"/>
    <p:sldId id="258" r:id="rId16"/>
    <p:sldId id="259" r:id="rId17"/>
    <p:sldId id="260"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ía Ordovás Mejorado" userId="a0fafad8-12a2-4f3e-8038-c0d40a2c22dc" providerId="ADAL" clId="{DD1A6C38-F2E8-46BB-BA87-35CDF107204F}"/>
    <pc:docChg chg="custSel addSld delSld modSld sldOrd">
      <pc:chgData name="Lucía Ordovás Mejorado" userId="a0fafad8-12a2-4f3e-8038-c0d40a2c22dc" providerId="ADAL" clId="{DD1A6C38-F2E8-46BB-BA87-35CDF107204F}" dt="2025-12-15T11:01:49.645" v="4163" actId="20577"/>
      <pc:docMkLst>
        <pc:docMk/>
      </pc:docMkLst>
      <pc:sldChg chg="modSp mod">
        <pc:chgData name="Lucía Ordovás Mejorado" userId="a0fafad8-12a2-4f3e-8038-c0d40a2c22dc" providerId="ADAL" clId="{DD1A6C38-F2E8-46BB-BA87-35CDF107204F}" dt="2025-12-15T08:41:04.946" v="658" actId="20577"/>
        <pc:sldMkLst>
          <pc:docMk/>
          <pc:sldMk cId="1514043353" sldId="256"/>
        </pc:sldMkLst>
        <pc:spChg chg="mod">
          <ac:chgData name="Lucía Ordovás Mejorado" userId="a0fafad8-12a2-4f3e-8038-c0d40a2c22dc" providerId="ADAL" clId="{DD1A6C38-F2E8-46BB-BA87-35CDF107204F}" dt="2025-12-15T08:41:04.946" v="658" actId="20577"/>
          <ac:spMkLst>
            <pc:docMk/>
            <pc:sldMk cId="1514043353" sldId="256"/>
            <ac:spMk id="2" creationId="{E000B42A-639D-3321-6788-D92FFD99940B}"/>
          </ac:spMkLst>
        </pc:spChg>
      </pc:sldChg>
      <pc:sldChg chg="modSp mod">
        <pc:chgData name="Lucía Ordovás Mejorado" userId="a0fafad8-12a2-4f3e-8038-c0d40a2c22dc" providerId="ADAL" clId="{DD1A6C38-F2E8-46BB-BA87-35CDF107204F}" dt="2025-12-14T17:04:55.721" v="447" actId="20577"/>
        <pc:sldMkLst>
          <pc:docMk/>
          <pc:sldMk cId="2087890845" sldId="257"/>
        </pc:sldMkLst>
        <pc:spChg chg="mod">
          <ac:chgData name="Lucía Ordovás Mejorado" userId="a0fafad8-12a2-4f3e-8038-c0d40a2c22dc" providerId="ADAL" clId="{DD1A6C38-F2E8-46BB-BA87-35CDF107204F}" dt="2025-12-14T17:01:50.018" v="50" actId="20577"/>
          <ac:spMkLst>
            <pc:docMk/>
            <pc:sldMk cId="2087890845" sldId="257"/>
            <ac:spMk id="2" creationId="{74A53953-F130-769D-EA4E-64CD91A129A6}"/>
          </ac:spMkLst>
        </pc:spChg>
        <pc:spChg chg="mod">
          <ac:chgData name="Lucía Ordovás Mejorado" userId="a0fafad8-12a2-4f3e-8038-c0d40a2c22dc" providerId="ADAL" clId="{DD1A6C38-F2E8-46BB-BA87-35CDF107204F}" dt="2025-12-14T17:04:55.721" v="447" actId="20577"/>
          <ac:spMkLst>
            <pc:docMk/>
            <pc:sldMk cId="2087890845" sldId="257"/>
            <ac:spMk id="3" creationId="{29E5A577-30CD-F5B2-BCCB-7966622DFE8F}"/>
          </ac:spMkLst>
        </pc:spChg>
      </pc:sldChg>
      <pc:sldChg chg="modSp mod">
        <pc:chgData name="Lucía Ordovás Mejorado" userId="a0fafad8-12a2-4f3e-8038-c0d40a2c22dc" providerId="ADAL" clId="{DD1A6C38-F2E8-46BB-BA87-35CDF107204F}" dt="2025-12-14T17:05:27.059" v="487" actId="20577"/>
        <pc:sldMkLst>
          <pc:docMk/>
          <pc:sldMk cId="314275119" sldId="258"/>
        </pc:sldMkLst>
        <pc:spChg chg="mod">
          <ac:chgData name="Lucía Ordovás Mejorado" userId="a0fafad8-12a2-4f3e-8038-c0d40a2c22dc" providerId="ADAL" clId="{DD1A6C38-F2E8-46BB-BA87-35CDF107204F}" dt="2025-12-14T17:01:55.811" v="57" actId="20577"/>
          <ac:spMkLst>
            <pc:docMk/>
            <pc:sldMk cId="314275119" sldId="258"/>
            <ac:spMk id="2" creationId="{0E64CD50-F535-CAC3-D430-96C6369714C5}"/>
          </ac:spMkLst>
        </pc:spChg>
        <pc:spChg chg="mod">
          <ac:chgData name="Lucía Ordovás Mejorado" userId="a0fafad8-12a2-4f3e-8038-c0d40a2c22dc" providerId="ADAL" clId="{DD1A6C38-F2E8-46BB-BA87-35CDF107204F}" dt="2025-12-14T17:05:27.059" v="487" actId="20577"/>
          <ac:spMkLst>
            <pc:docMk/>
            <pc:sldMk cId="314275119" sldId="258"/>
            <ac:spMk id="3" creationId="{BFC45E2F-8BC9-177C-E695-BD77A054A8D9}"/>
          </ac:spMkLst>
        </pc:spChg>
      </pc:sldChg>
      <pc:sldChg chg="modSp mod">
        <pc:chgData name="Lucía Ordovás Mejorado" userId="a0fafad8-12a2-4f3e-8038-c0d40a2c22dc" providerId="ADAL" clId="{DD1A6C38-F2E8-46BB-BA87-35CDF107204F}" dt="2025-12-14T17:06:36.197" v="597" actId="20577"/>
        <pc:sldMkLst>
          <pc:docMk/>
          <pc:sldMk cId="3880948503" sldId="259"/>
        </pc:sldMkLst>
        <pc:spChg chg="mod">
          <ac:chgData name="Lucía Ordovás Mejorado" userId="a0fafad8-12a2-4f3e-8038-c0d40a2c22dc" providerId="ADAL" clId="{DD1A6C38-F2E8-46BB-BA87-35CDF107204F}" dt="2025-12-14T17:01:59.752" v="62" actId="20577"/>
          <ac:spMkLst>
            <pc:docMk/>
            <pc:sldMk cId="3880948503" sldId="259"/>
            <ac:spMk id="2" creationId="{08B52E5E-64A3-DBA0-7470-DDEA082D9CAC}"/>
          </ac:spMkLst>
        </pc:spChg>
        <pc:spChg chg="mod">
          <ac:chgData name="Lucía Ordovás Mejorado" userId="a0fafad8-12a2-4f3e-8038-c0d40a2c22dc" providerId="ADAL" clId="{DD1A6C38-F2E8-46BB-BA87-35CDF107204F}" dt="2025-12-14T17:06:36.197" v="597" actId="20577"/>
          <ac:spMkLst>
            <pc:docMk/>
            <pc:sldMk cId="3880948503" sldId="259"/>
            <ac:spMk id="3" creationId="{DC8DF891-78D7-305D-13E0-F43ABC43ABA1}"/>
          </ac:spMkLst>
        </pc:spChg>
      </pc:sldChg>
      <pc:sldChg chg="modSp new mod">
        <pc:chgData name="Lucía Ordovás Mejorado" userId="a0fafad8-12a2-4f3e-8038-c0d40a2c22dc" providerId="ADAL" clId="{DD1A6C38-F2E8-46BB-BA87-35CDF107204F}" dt="2025-12-14T17:08:22.249" v="657" actId="20577"/>
        <pc:sldMkLst>
          <pc:docMk/>
          <pc:sldMk cId="3222994920" sldId="260"/>
        </pc:sldMkLst>
        <pc:spChg chg="mod">
          <ac:chgData name="Lucía Ordovás Mejorado" userId="a0fafad8-12a2-4f3e-8038-c0d40a2c22dc" providerId="ADAL" clId="{DD1A6C38-F2E8-46BB-BA87-35CDF107204F}" dt="2025-12-14T17:08:14.279" v="620" actId="20577"/>
          <ac:spMkLst>
            <pc:docMk/>
            <pc:sldMk cId="3222994920" sldId="260"/>
            <ac:spMk id="2" creationId="{9CACFF5B-37D5-5E75-AAF1-5296C41AD708}"/>
          </ac:spMkLst>
        </pc:spChg>
        <pc:spChg chg="mod">
          <ac:chgData name="Lucía Ordovás Mejorado" userId="a0fafad8-12a2-4f3e-8038-c0d40a2c22dc" providerId="ADAL" clId="{DD1A6C38-F2E8-46BB-BA87-35CDF107204F}" dt="2025-12-14T17:08:22.249" v="657" actId="20577"/>
          <ac:spMkLst>
            <pc:docMk/>
            <pc:sldMk cId="3222994920" sldId="260"/>
            <ac:spMk id="3" creationId="{23A3CCEB-D964-D9B0-DFCE-9895221821D8}"/>
          </ac:spMkLst>
        </pc:spChg>
      </pc:sldChg>
      <pc:sldChg chg="modSp add mod ord">
        <pc:chgData name="Lucía Ordovás Mejorado" userId="a0fafad8-12a2-4f3e-8038-c0d40a2c22dc" providerId="ADAL" clId="{DD1A6C38-F2E8-46BB-BA87-35CDF107204F}" dt="2025-12-15T08:41:17.038" v="670" actId="20577"/>
        <pc:sldMkLst>
          <pc:docMk/>
          <pc:sldMk cId="3161608550" sldId="261"/>
        </pc:sldMkLst>
        <pc:spChg chg="mod">
          <ac:chgData name="Lucía Ordovás Mejorado" userId="a0fafad8-12a2-4f3e-8038-c0d40a2c22dc" providerId="ADAL" clId="{DD1A6C38-F2E8-46BB-BA87-35CDF107204F}" dt="2025-12-15T08:41:17.038" v="670" actId="20577"/>
          <ac:spMkLst>
            <pc:docMk/>
            <pc:sldMk cId="3161608550" sldId="261"/>
            <ac:spMk id="2" creationId="{26429768-6816-31FC-BAD9-6C49B999D4A2}"/>
          </ac:spMkLst>
        </pc:spChg>
      </pc:sldChg>
      <pc:sldChg chg="modSp add mod ord">
        <pc:chgData name="Lucía Ordovás Mejorado" userId="a0fafad8-12a2-4f3e-8038-c0d40a2c22dc" providerId="ADAL" clId="{DD1A6C38-F2E8-46BB-BA87-35CDF107204F}" dt="2025-12-15T08:42:20.749" v="808" actId="20577"/>
        <pc:sldMkLst>
          <pc:docMk/>
          <pc:sldMk cId="3881486072" sldId="262"/>
        </pc:sldMkLst>
        <pc:spChg chg="mod">
          <ac:chgData name="Lucía Ordovás Mejorado" userId="a0fafad8-12a2-4f3e-8038-c0d40a2c22dc" providerId="ADAL" clId="{DD1A6C38-F2E8-46BB-BA87-35CDF107204F}" dt="2025-12-15T08:41:27.607" v="679" actId="20577"/>
          <ac:spMkLst>
            <pc:docMk/>
            <pc:sldMk cId="3881486072" sldId="262"/>
            <ac:spMk id="2" creationId="{CE417224-47F4-C65A-F157-0DFDD0F6AA91}"/>
          </ac:spMkLst>
        </pc:spChg>
        <pc:spChg chg="mod">
          <ac:chgData name="Lucía Ordovás Mejorado" userId="a0fafad8-12a2-4f3e-8038-c0d40a2c22dc" providerId="ADAL" clId="{DD1A6C38-F2E8-46BB-BA87-35CDF107204F}" dt="2025-12-15T08:42:20.749" v="808" actId="20577"/>
          <ac:spMkLst>
            <pc:docMk/>
            <pc:sldMk cId="3881486072" sldId="262"/>
            <ac:spMk id="3" creationId="{DA757560-1C39-E723-B969-B042D68074E1}"/>
          </ac:spMkLst>
        </pc:spChg>
      </pc:sldChg>
      <pc:sldChg chg="modSp new mod">
        <pc:chgData name="Lucía Ordovás Mejorado" userId="a0fafad8-12a2-4f3e-8038-c0d40a2c22dc" providerId="ADAL" clId="{DD1A6C38-F2E8-46BB-BA87-35CDF107204F}" dt="2025-12-15T08:42:11.142" v="773" actId="20577"/>
        <pc:sldMkLst>
          <pc:docMk/>
          <pc:sldMk cId="375093695" sldId="263"/>
        </pc:sldMkLst>
        <pc:spChg chg="mod">
          <ac:chgData name="Lucía Ordovás Mejorado" userId="a0fafad8-12a2-4f3e-8038-c0d40a2c22dc" providerId="ADAL" clId="{DD1A6C38-F2E8-46BB-BA87-35CDF107204F}" dt="2025-12-15T08:42:01.067" v="746" actId="20577"/>
          <ac:spMkLst>
            <pc:docMk/>
            <pc:sldMk cId="375093695" sldId="263"/>
            <ac:spMk id="2" creationId="{A080C184-4DC4-B958-849A-858F246FEBFE}"/>
          </ac:spMkLst>
        </pc:spChg>
        <pc:spChg chg="mod">
          <ac:chgData name="Lucía Ordovás Mejorado" userId="a0fafad8-12a2-4f3e-8038-c0d40a2c22dc" providerId="ADAL" clId="{DD1A6C38-F2E8-46BB-BA87-35CDF107204F}" dt="2025-12-15T08:42:11.142" v="773" actId="20577"/>
          <ac:spMkLst>
            <pc:docMk/>
            <pc:sldMk cId="375093695" sldId="263"/>
            <ac:spMk id="3" creationId="{B6F80FD1-04C7-6C1E-435A-8388AB3D9646}"/>
          </ac:spMkLst>
        </pc:spChg>
      </pc:sldChg>
      <pc:sldChg chg="modSp new mod">
        <pc:chgData name="Lucía Ordovás Mejorado" userId="a0fafad8-12a2-4f3e-8038-c0d40a2c22dc" providerId="ADAL" clId="{DD1A6C38-F2E8-46BB-BA87-35CDF107204F}" dt="2025-12-15T08:43:03.940" v="952" actId="20577"/>
        <pc:sldMkLst>
          <pc:docMk/>
          <pc:sldMk cId="3007661540" sldId="264"/>
        </pc:sldMkLst>
        <pc:spChg chg="mod">
          <ac:chgData name="Lucía Ordovás Mejorado" userId="a0fafad8-12a2-4f3e-8038-c0d40a2c22dc" providerId="ADAL" clId="{DD1A6C38-F2E8-46BB-BA87-35CDF107204F}" dt="2025-12-15T08:42:37.950" v="818" actId="20577"/>
          <ac:spMkLst>
            <pc:docMk/>
            <pc:sldMk cId="3007661540" sldId="264"/>
            <ac:spMk id="2" creationId="{9EBCA43A-42E0-7F71-9667-972A147E411D}"/>
          </ac:spMkLst>
        </pc:spChg>
        <pc:spChg chg="mod">
          <ac:chgData name="Lucía Ordovás Mejorado" userId="a0fafad8-12a2-4f3e-8038-c0d40a2c22dc" providerId="ADAL" clId="{DD1A6C38-F2E8-46BB-BA87-35CDF107204F}" dt="2025-12-15T08:43:03.940" v="952" actId="20577"/>
          <ac:spMkLst>
            <pc:docMk/>
            <pc:sldMk cId="3007661540" sldId="264"/>
            <ac:spMk id="3" creationId="{6CA2691C-4F17-FC42-2616-E9BA6D9074AC}"/>
          </ac:spMkLst>
        </pc:spChg>
      </pc:sldChg>
      <pc:sldChg chg="modSp add mod ord">
        <pc:chgData name="Lucía Ordovás Mejorado" userId="a0fafad8-12a2-4f3e-8038-c0d40a2c22dc" providerId="ADAL" clId="{DD1A6C38-F2E8-46BB-BA87-35CDF107204F}" dt="2025-12-15T08:43:15.961" v="968" actId="20577"/>
        <pc:sldMkLst>
          <pc:docMk/>
          <pc:sldMk cId="2982473062" sldId="265"/>
        </pc:sldMkLst>
        <pc:spChg chg="mod">
          <ac:chgData name="Lucía Ordovás Mejorado" userId="a0fafad8-12a2-4f3e-8038-c0d40a2c22dc" providerId="ADAL" clId="{DD1A6C38-F2E8-46BB-BA87-35CDF107204F}" dt="2025-12-15T08:43:15.961" v="968" actId="20577"/>
          <ac:spMkLst>
            <pc:docMk/>
            <pc:sldMk cId="2982473062" sldId="265"/>
            <ac:spMk id="2" creationId="{9E4334FC-5FE2-B04B-95D5-132D67F78996}"/>
          </ac:spMkLst>
        </pc:spChg>
      </pc:sldChg>
      <pc:sldChg chg="modSp new mod">
        <pc:chgData name="Lucía Ordovás Mejorado" userId="a0fafad8-12a2-4f3e-8038-c0d40a2c22dc" providerId="ADAL" clId="{DD1A6C38-F2E8-46BB-BA87-35CDF107204F}" dt="2025-12-15T08:53:38.833" v="1686" actId="20577"/>
        <pc:sldMkLst>
          <pc:docMk/>
          <pc:sldMk cId="1828555412" sldId="266"/>
        </pc:sldMkLst>
        <pc:spChg chg="mod">
          <ac:chgData name="Lucía Ordovás Mejorado" userId="a0fafad8-12a2-4f3e-8038-c0d40a2c22dc" providerId="ADAL" clId="{DD1A6C38-F2E8-46BB-BA87-35CDF107204F}" dt="2025-12-15T08:49:43.783" v="1579" actId="20577"/>
          <ac:spMkLst>
            <pc:docMk/>
            <pc:sldMk cId="1828555412" sldId="266"/>
            <ac:spMk id="2" creationId="{62F01AF0-BD11-EE96-4730-9DBDBAE18FAE}"/>
          </ac:spMkLst>
        </pc:spChg>
        <pc:spChg chg="mod">
          <ac:chgData name="Lucía Ordovás Mejorado" userId="a0fafad8-12a2-4f3e-8038-c0d40a2c22dc" providerId="ADAL" clId="{DD1A6C38-F2E8-46BB-BA87-35CDF107204F}" dt="2025-12-15T08:53:38.833" v="1686" actId="20577"/>
          <ac:spMkLst>
            <pc:docMk/>
            <pc:sldMk cId="1828555412" sldId="266"/>
            <ac:spMk id="3" creationId="{A092F457-54A8-8DA5-08CF-F023197558DD}"/>
          </ac:spMkLst>
        </pc:spChg>
      </pc:sldChg>
      <pc:sldChg chg="modSp new mod">
        <pc:chgData name="Lucía Ordovás Mejorado" userId="a0fafad8-12a2-4f3e-8038-c0d40a2c22dc" providerId="ADAL" clId="{DD1A6C38-F2E8-46BB-BA87-35CDF107204F}" dt="2025-12-15T09:05:27.029" v="2340" actId="20577"/>
        <pc:sldMkLst>
          <pc:docMk/>
          <pc:sldMk cId="1189272022" sldId="267"/>
        </pc:sldMkLst>
        <pc:spChg chg="mod">
          <ac:chgData name="Lucía Ordovás Mejorado" userId="a0fafad8-12a2-4f3e-8038-c0d40a2c22dc" providerId="ADAL" clId="{DD1A6C38-F2E8-46BB-BA87-35CDF107204F}" dt="2025-12-15T08:54:08.367" v="1721" actId="20577"/>
          <ac:spMkLst>
            <pc:docMk/>
            <pc:sldMk cId="1189272022" sldId="267"/>
            <ac:spMk id="2" creationId="{656F430E-0082-5237-4284-7ACE70E1CE8B}"/>
          </ac:spMkLst>
        </pc:spChg>
        <pc:spChg chg="mod">
          <ac:chgData name="Lucía Ordovás Mejorado" userId="a0fafad8-12a2-4f3e-8038-c0d40a2c22dc" providerId="ADAL" clId="{DD1A6C38-F2E8-46BB-BA87-35CDF107204F}" dt="2025-12-15T09:05:27.029" v="2340" actId="20577"/>
          <ac:spMkLst>
            <pc:docMk/>
            <pc:sldMk cId="1189272022" sldId="267"/>
            <ac:spMk id="3" creationId="{3A6C4E41-3091-763E-6CD4-42D8665BBE75}"/>
          </ac:spMkLst>
        </pc:spChg>
      </pc:sldChg>
      <pc:sldChg chg="modSp new mod">
        <pc:chgData name="Lucía Ordovás Mejorado" userId="a0fafad8-12a2-4f3e-8038-c0d40a2c22dc" providerId="ADAL" clId="{DD1A6C38-F2E8-46BB-BA87-35CDF107204F}" dt="2025-12-15T09:05:39.601" v="2367" actId="20577"/>
        <pc:sldMkLst>
          <pc:docMk/>
          <pc:sldMk cId="3790584805" sldId="268"/>
        </pc:sldMkLst>
        <pc:spChg chg="mod">
          <ac:chgData name="Lucía Ordovás Mejorado" userId="a0fafad8-12a2-4f3e-8038-c0d40a2c22dc" providerId="ADAL" clId="{DD1A6C38-F2E8-46BB-BA87-35CDF107204F}" dt="2025-12-15T09:03:12.281" v="2047" actId="20577"/>
          <ac:spMkLst>
            <pc:docMk/>
            <pc:sldMk cId="3790584805" sldId="268"/>
            <ac:spMk id="2" creationId="{06E149A2-2D9E-77D6-17A7-CE8E8723E4B8}"/>
          </ac:spMkLst>
        </pc:spChg>
        <pc:spChg chg="mod">
          <ac:chgData name="Lucía Ordovás Mejorado" userId="a0fafad8-12a2-4f3e-8038-c0d40a2c22dc" providerId="ADAL" clId="{DD1A6C38-F2E8-46BB-BA87-35CDF107204F}" dt="2025-12-15T09:05:39.601" v="2367" actId="20577"/>
          <ac:spMkLst>
            <pc:docMk/>
            <pc:sldMk cId="3790584805" sldId="268"/>
            <ac:spMk id="3" creationId="{B50F185F-586C-500E-4FD3-F5AAAEF7AAA6}"/>
          </ac:spMkLst>
        </pc:spChg>
      </pc:sldChg>
      <pc:sldChg chg="modSp new mod">
        <pc:chgData name="Lucía Ordovás Mejorado" userId="a0fafad8-12a2-4f3e-8038-c0d40a2c22dc" providerId="ADAL" clId="{DD1A6C38-F2E8-46BB-BA87-35CDF107204F}" dt="2025-12-15T09:19:55.049" v="3960" actId="20577"/>
        <pc:sldMkLst>
          <pc:docMk/>
          <pc:sldMk cId="2035334962" sldId="269"/>
        </pc:sldMkLst>
        <pc:spChg chg="mod">
          <ac:chgData name="Lucía Ordovás Mejorado" userId="a0fafad8-12a2-4f3e-8038-c0d40a2c22dc" providerId="ADAL" clId="{DD1A6C38-F2E8-46BB-BA87-35CDF107204F}" dt="2025-12-15T09:05:47.958" v="2377" actId="20577"/>
          <ac:spMkLst>
            <pc:docMk/>
            <pc:sldMk cId="2035334962" sldId="269"/>
            <ac:spMk id="2" creationId="{0D7DC208-E694-4A29-B4D7-61DC7A5EFD7E}"/>
          </ac:spMkLst>
        </pc:spChg>
        <pc:spChg chg="mod">
          <ac:chgData name="Lucía Ordovás Mejorado" userId="a0fafad8-12a2-4f3e-8038-c0d40a2c22dc" providerId="ADAL" clId="{DD1A6C38-F2E8-46BB-BA87-35CDF107204F}" dt="2025-12-15T09:19:55.049" v="3960" actId="20577"/>
          <ac:spMkLst>
            <pc:docMk/>
            <pc:sldMk cId="2035334962" sldId="269"/>
            <ac:spMk id="3" creationId="{563AF6FA-9D9D-A0E6-6781-50524904C277}"/>
          </ac:spMkLst>
        </pc:spChg>
      </pc:sldChg>
      <pc:sldChg chg="modSp new mod">
        <pc:chgData name="Lucía Ordovás Mejorado" userId="a0fafad8-12a2-4f3e-8038-c0d40a2c22dc" providerId="ADAL" clId="{DD1A6C38-F2E8-46BB-BA87-35CDF107204F}" dt="2025-12-15T09:13:16.669" v="3280" actId="20577"/>
        <pc:sldMkLst>
          <pc:docMk/>
          <pc:sldMk cId="4242426446" sldId="270"/>
        </pc:sldMkLst>
        <pc:spChg chg="mod">
          <ac:chgData name="Lucía Ordovás Mejorado" userId="a0fafad8-12a2-4f3e-8038-c0d40a2c22dc" providerId="ADAL" clId="{DD1A6C38-F2E8-46BB-BA87-35CDF107204F}" dt="2025-12-15T09:06:19.927" v="2511" actId="20577"/>
          <ac:spMkLst>
            <pc:docMk/>
            <pc:sldMk cId="4242426446" sldId="270"/>
            <ac:spMk id="2" creationId="{3971E416-D454-8EF8-7B04-AB294295913E}"/>
          </ac:spMkLst>
        </pc:spChg>
        <pc:spChg chg="mod">
          <ac:chgData name="Lucía Ordovás Mejorado" userId="a0fafad8-12a2-4f3e-8038-c0d40a2c22dc" providerId="ADAL" clId="{DD1A6C38-F2E8-46BB-BA87-35CDF107204F}" dt="2025-12-15T09:13:16.669" v="3280" actId="20577"/>
          <ac:spMkLst>
            <pc:docMk/>
            <pc:sldMk cId="4242426446" sldId="270"/>
            <ac:spMk id="3" creationId="{E2A4AF4F-E6E1-35B7-EE90-45A571C32A12}"/>
          </ac:spMkLst>
        </pc:spChg>
      </pc:sldChg>
      <pc:sldChg chg="modSp add mod ord">
        <pc:chgData name="Lucía Ordovás Mejorado" userId="a0fafad8-12a2-4f3e-8038-c0d40a2c22dc" providerId="ADAL" clId="{DD1A6C38-F2E8-46BB-BA87-35CDF107204F}" dt="2025-12-15T09:14:52.325" v="3303" actId="20577"/>
        <pc:sldMkLst>
          <pc:docMk/>
          <pc:sldMk cId="1745140480" sldId="271"/>
        </pc:sldMkLst>
        <pc:spChg chg="mod">
          <ac:chgData name="Lucía Ordovás Mejorado" userId="a0fafad8-12a2-4f3e-8038-c0d40a2c22dc" providerId="ADAL" clId="{DD1A6C38-F2E8-46BB-BA87-35CDF107204F}" dt="2025-12-15T09:14:52.325" v="3303" actId="20577"/>
          <ac:spMkLst>
            <pc:docMk/>
            <pc:sldMk cId="1745140480" sldId="271"/>
            <ac:spMk id="2" creationId="{53325A7C-DB15-6C88-B319-3F99B95E09B9}"/>
          </ac:spMkLst>
        </pc:spChg>
      </pc:sldChg>
      <pc:sldChg chg="new del">
        <pc:chgData name="Lucía Ordovás Mejorado" userId="a0fafad8-12a2-4f3e-8038-c0d40a2c22dc" providerId="ADAL" clId="{DD1A6C38-F2E8-46BB-BA87-35CDF107204F}" dt="2025-12-15T09:14:11.671" v="3282" actId="2696"/>
        <pc:sldMkLst>
          <pc:docMk/>
          <pc:sldMk cId="3176554973" sldId="271"/>
        </pc:sldMkLst>
      </pc:sldChg>
      <pc:sldChg chg="modSp new mod">
        <pc:chgData name="Lucía Ordovás Mejorado" userId="a0fafad8-12a2-4f3e-8038-c0d40a2c22dc" providerId="ADAL" clId="{DD1A6C38-F2E8-46BB-BA87-35CDF107204F}" dt="2025-12-15T11:01:49.645" v="4163" actId="20577"/>
        <pc:sldMkLst>
          <pc:docMk/>
          <pc:sldMk cId="881456043" sldId="272"/>
        </pc:sldMkLst>
        <pc:spChg chg="mod">
          <ac:chgData name="Lucía Ordovás Mejorado" userId="a0fafad8-12a2-4f3e-8038-c0d40a2c22dc" providerId="ADAL" clId="{DD1A6C38-F2E8-46BB-BA87-35CDF107204F}" dt="2025-12-15T09:17:13.411" v="3652" actId="14100"/>
          <ac:spMkLst>
            <pc:docMk/>
            <pc:sldMk cId="881456043" sldId="272"/>
            <ac:spMk id="2" creationId="{B6694AC3-CB67-D471-B419-96FF07E49C4C}"/>
          </ac:spMkLst>
        </pc:spChg>
        <pc:spChg chg="mod">
          <ac:chgData name="Lucía Ordovás Mejorado" userId="a0fafad8-12a2-4f3e-8038-c0d40a2c22dc" providerId="ADAL" clId="{DD1A6C38-F2E8-46BB-BA87-35CDF107204F}" dt="2025-12-15T11:01:49.645" v="4163" actId="20577"/>
          <ac:spMkLst>
            <pc:docMk/>
            <pc:sldMk cId="881456043" sldId="272"/>
            <ac:spMk id="3" creationId="{ABCB4ED9-88E3-4070-2B77-D0C1EBB9EE0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012EA7-FB43-A14B-2CCD-DD4DD60C86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DB22D6C8-D5D7-F14E-7716-AC15324085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FD32E500-4A2A-5B7D-7EC6-924F0B92AB7D}"/>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5" name="Marcador de pie de página 4">
            <a:extLst>
              <a:ext uri="{FF2B5EF4-FFF2-40B4-BE49-F238E27FC236}">
                <a16:creationId xmlns:a16="http://schemas.microsoft.com/office/drawing/2014/main" id="{93C588B6-2239-AE25-B92A-7C561A89ECD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7ED64BE-EEC6-E7A9-63E8-B401C0E8D18D}"/>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244491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B7D7A8-D3A7-452C-0838-F5E82279567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6ADFD32-6248-D0D7-BD37-C0E7952C186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27D2104-E303-F214-3988-8060DB3A51EA}"/>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5" name="Marcador de pie de página 4">
            <a:extLst>
              <a:ext uri="{FF2B5EF4-FFF2-40B4-BE49-F238E27FC236}">
                <a16:creationId xmlns:a16="http://schemas.microsoft.com/office/drawing/2014/main" id="{653A0F57-8F20-36CE-3B9F-320219453AA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8C11067-3BE1-A843-2E50-3A38B4F9F055}"/>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2217509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1BAD1A-C2E3-E0D8-A59D-C84A77EBBA7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54F360E0-94EA-6B6D-DA28-C2D278DABA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845F298-517D-633D-6E1E-86DC16702440}"/>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5" name="Marcador de pie de página 4">
            <a:extLst>
              <a:ext uri="{FF2B5EF4-FFF2-40B4-BE49-F238E27FC236}">
                <a16:creationId xmlns:a16="http://schemas.microsoft.com/office/drawing/2014/main" id="{FB60722D-A1D6-A624-1AF7-2A3BE074D27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0D1A949-5C40-4925-48D6-367AA53A3D40}"/>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603040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F76EEE-03DE-B2A6-B948-DA32B048611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5F3D789-5655-A69B-D9F9-4FB79EAEA3D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8F58B674-6CED-B17B-2380-D21381D0309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BF8D974F-88A5-E479-83BC-D39E1A24CDFE}"/>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6" name="Marcador de pie de página 5">
            <a:extLst>
              <a:ext uri="{FF2B5EF4-FFF2-40B4-BE49-F238E27FC236}">
                <a16:creationId xmlns:a16="http://schemas.microsoft.com/office/drawing/2014/main" id="{0076DA2C-EAC3-4A71-1CF6-34435E7AA7B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37D109E-36AA-0C88-BB0A-CE517BDDAA5C}"/>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3453753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F18F78-2327-E35B-1511-576305452BB9}"/>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6561A13-F829-17AB-0ECD-E1D75403D4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E33ED6F-2514-2B21-5D70-77BA94E5F08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B5EBD0BA-0B75-DDB5-534C-63F76CEDE7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BC6E8CE-9FF3-DFB7-0AA9-6D6464FF21B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D3B8F145-4CBB-3912-1F91-4CD33AD82039}"/>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8" name="Marcador de pie de página 7">
            <a:extLst>
              <a:ext uri="{FF2B5EF4-FFF2-40B4-BE49-F238E27FC236}">
                <a16:creationId xmlns:a16="http://schemas.microsoft.com/office/drawing/2014/main" id="{5E2A6A55-4CE6-C83C-8EB7-2A406BAB490B}"/>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9560306A-C5DC-EBBB-054C-B2B1CB3F1641}"/>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3050498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69F65C-D592-397A-4908-3FF5BF2E6DE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A145AF9E-B26F-0764-D4BC-90FF56F6A273}"/>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4" name="Marcador de pie de página 3">
            <a:extLst>
              <a:ext uri="{FF2B5EF4-FFF2-40B4-BE49-F238E27FC236}">
                <a16:creationId xmlns:a16="http://schemas.microsoft.com/office/drawing/2014/main" id="{6326143C-EBCC-93D0-4FB2-BC970659E693}"/>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30D2927A-E3EE-61DC-93DA-DAD5378F4645}"/>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725539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F9D51AF-FEDF-82EB-BA0F-DBD96DFF7CC5}"/>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3" name="Marcador de pie de página 2">
            <a:extLst>
              <a:ext uri="{FF2B5EF4-FFF2-40B4-BE49-F238E27FC236}">
                <a16:creationId xmlns:a16="http://schemas.microsoft.com/office/drawing/2014/main" id="{38EDE466-C482-D4FF-79D7-5E4C6FA819AB}"/>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B5118379-11B6-C8E4-6010-92562D4AC967}"/>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3734582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B3D091-3D47-A3BB-BA8F-C33409A0945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340C5DA-F581-AC80-DE44-7592F147B0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9DDC183-4D2C-CA67-7A09-1AD0FC740B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B98B884-3524-D6BE-029F-27964F7187C7}"/>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6" name="Marcador de pie de página 5">
            <a:extLst>
              <a:ext uri="{FF2B5EF4-FFF2-40B4-BE49-F238E27FC236}">
                <a16:creationId xmlns:a16="http://schemas.microsoft.com/office/drawing/2014/main" id="{875B99D3-C4B7-D94C-418B-DFE73C805DB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E0DB554-1F15-B15B-E19D-1857C37C0E02}"/>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980557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2B0C50-6BC1-7935-E83B-AC47B6BA9D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F93D495B-9F9D-D7FD-DAF2-923BE9D47D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A1B20504-0223-5121-9201-4B677DDB34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DC72FF6-0D19-CDF3-6723-F04C78320267}"/>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6" name="Marcador de pie de página 5">
            <a:extLst>
              <a:ext uri="{FF2B5EF4-FFF2-40B4-BE49-F238E27FC236}">
                <a16:creationId xmlns:a16="http://schemas.microsoft.com/office/drawing/2014/main" id="{01ED877C-7FFD-1713-FEDB-36E3A80DFF1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513F8CED-6351-0883-7D56-026A10968B28}"/>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3570032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70E797-A3DD-D3FB-6C6A-EA413961F059}"/>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31DD14C6-08F3-B472-6107-2DB437DD12B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7B39541-54CF-D8A6-8B26-230FCB92FD09}"/>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5" name="Marcador de pie de página 4">
            <a:extLst>
              <a:ext uri="{FF2B5EF4-FFF2-40B4-BE49-F238E27FC236}">
                <a16:creationId xmlns:a16="http://schemas.microsoft.com/office/drawing/2014/main" id="{840599C9-7F32-CFF7-ADC8-E5DAF489C3E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CF76839-7C56-8051-4EDA-B484CF42CC24}"/>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1053867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2654A06-ADF1-1BD4-FFF6-1A122AB0C61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7ACB56E-FED3-FB98-9FDA-63E15DA933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03A53D5-94A6-13CC-2277-2942D8A31FAD}"/>
              </a:ext>
            </a:extLst>
          </p:cNvPr>
          <p:cNvSpPr>
            <a:spLocks noGrp="1"/>
          </p:cNvSpPr>
          <p:nvPr>
            <p:ph type="dt" sz="half" idx="10"/>
          </p:nvPr>
        </p:nvSpPr>
        <p:spPr/>
        <p:txBody>
          <a:bodyPr/>
          <a:lstStyle/>
          <a:p>
            <a:fld id="{C2BED2F3-88AD-4C88-9C81-4EB6999942F9}" type="datetimeFigureOut">
              <a:rPr lang="es-ES" smtClean="0"/>
              <a:t>15/12/2025</a:t>
            </a:fld>
            <a:endParaRPr lang="es-ES"/>
          </a:p>
        </p:txBody>
      </p:sp>
      <p:sp>
        <p:nvSpPr>
          <p:cNvPr id="5" name="Marcador de pie de página 4">
            <a:extLst>
              <a:ext uri="{FF2B5EF4-FFF2-40B4-BE49-F238E27FC236}">
                <a16:creationId xmlns:a16="http://schemas.microsoft.com/office/drawing/2014/main" id="{829955A2-BEAD-D73A-49B5-271FC8FB339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D003D61-5233-6EBC-A148-7C1B155B6B1A}"/>
              </a:ext>
            </a:extLst>
          </p:cNvPr>
          <p:cNvSpPr>
            <a:spLocks noGrp="1"/>
          </p:cNvSpPr>
          <p:nvPr>
            <p:ph type="sldNum" sz="quarter" idx="12"/>
          </p:nvPr>
        </p:nvSpPr>
        <p:spPr/>
        <p:txBody>
          <a:bodyPr/>
          <a:lstStyle/>
          <a:p>
            <a:fld id="{16A421C9-10C2-4A2F-B7D5-27AF2408682C}" type="slidenum">
              <a:rPr lang="es-ES" smtClean="0"/>
              <a:t>‹Nº›</a:t>
            </a:fld>
            <a:endParaRPr lang="es-ES"/>
          </a:p>
        </p:txBody>
      </p:sp>
    </p:spTree>
    <p:extLst>
      <p:ext uri="{BB962C8B-B14F-4D97-AF65-F5344CB8AC3E}">
        <p14:creationId xmlns:p14="http://schemas.microsoft.com/office/powerpoint/2010/main" val="1559399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79B68AA-7B0A-CD17-EEA1-12865EB99D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A91E92A8-D7D7-4F94-DD1D-5320D60E0A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DD25F01-AFEB-1C52-2915-6AF122CDAF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BED2F3-88AD-4C88-9C81-4EB6999942F9}" type="datetimeFigureOut">
              <a:rPr lang="es-ES" smtClean="0"/>
              <a:t>15/12/2025</a:t>
            </a:fld>
            <a:endParaRPr lang="es-ES"/>
          </a:p>
        </p:txBody>
      </p:sp>
      <p:sp>
        <p:nvSpPr>
          <p:cNvPr id="5" name="Marcador de pie de página 4">
            <a:extLst>
              <a:ext uri="{FF2B5EF4-FFF2-40B4-BE49-F238E27FC236}">
                <a16:creationId xmlns:a16="http://schemas.microsoft.com/office/drawing/2014/main" id="{304BA816-E7F8-2E60-CDC4-C1CC831FB3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4BA9B0A2-D2E1-F968-204E-9CE6FB9F0C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A421C9-10C2-4A2F-B7D5-27AF2408682C}" type="slidenum">
              <a:rPr lang="es-ES" smtClean="0"/>
              <a:t>‹Nº›</a:t>
            </a:fld>
            <a:endParaRPr lang="es-ES"/>
          </a:p>
        </p:txBody>
      </p:sp>
    </p:spTree>
    <p:extLst>
      <p:ext uri="{BB962C8B-B14F-4D97-AF65-F5344CB8AC3E}">
        <p14:creationId xmlns:p14="http://schemas.microsoft.com/office/powerpoint/2010/main" val="3268127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61BDB-4527-2CD1-8294-E40F28E80B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E4334FC-5FE2-B04B-95D5-132D67F78996}"/>
              </a:ext>
            </a:extLst>
          </p:cNvPr>
          <p:cNvSpPr>
            <a:spLocks noGrp="1"/>
          </p:cNvSpPr>
          <p:nvPr>
            <p:ph type="ctrTitle"/>
          </p:nvPr>
        </p:nvSpPr>
        <p:spPr/>
        <p:txBody>
          <a:bodyPr/>
          <a:lstStyle/>
          <a:p>
            <a:r>
              <a:rPr lang="es-ES" dirty="0"/>
              <a:t>PAGOS</a:t>
            </a:r>
          </a:p>
        </p:txBody>
      </p:sp>
      <p:sp>
        <p:nvSpPr>
          <p:cNvPr id="3" name="Subtítulo 2">
            <a:extLst>
              <a:ext uri="{FF2B5EF4-FFF2-40B4-BE49-F238E27FC236}">
                <a16:creationId xmlns:a16="http://schemas.microsoft.com/office/drawing/2014/main" id="{D57C60C6-809D-B3C8-8607-DBE878B48FD6}"/>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2982473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F01AF0-BD11-EE96-4730-9DBDBAE18FAE}"/>
              </a:ext>
            </a:extLst>
          </p:cNvPr>
          <p:cNvSpPr>
            <a:spLocks noGrp="1"/>
          </p:cNvSpPr>
          <p:nvPr>
            <p:ph type="title"/>
          </p:nvPr>
        </p:nvSpPr>
        <p:spPr/>
        <p:txBody>
          <a:bodyPr/>
          <a:lstStyle/>
          <a:p>
            <a:r>
              <a:rPr lang="es-ES" dirty="0"/>
              <a:t>UNO MÁS GRANDE LA PRIMERA CLASE SEGÚN CLASES DADAS DEL MES ANTERIOR</a:t>
            </a:r>
          </a:p>
        </p:txBody>
      </p:sp>
      <p:sp>
        <p:nvSpPr>
          <p:cNvPr id="3" name="Marcador de contenido 2">
            <a:extLst>
              <a:ext uri="{FF2B5EF4-FFF2-40B4-BE49-F238E27FC236}">
                <a16:creationId xmlns:a16="http://schemas.microsoft.com/office/drawing/2014/main" id="{A092F457-54A8-8DA5-08CF-F023197558DD}"/>
              </a:ext>
            </a:extLst>
          </p:cNvPr>
          <p:cNvSpPr>
            <a:spLocks noGrp="1"/>
          </p:cNvSpPr>
          <p:nvPr>
            <p:ph idx="1"/>
          </p:nvPr>
        </p:nvSpPr>
        <p:spPr/>
        <p:txBody>
          <a:bodyPr/>
          <a:lstStyle/>
          <a:p>
            <a:r>
              <a:rPr lang="es-ES" dirty="0"/>
              <a:t>EJEMPLO: MADRE PAGA 16 EUROS LA HORA</a:t>
            </a:r>
          </a:p>
          <a:p>
            <a:r>
              <a:rPr lang="es-ES" dirty="0"/>
              <a:t>COMISIÓN: 2 EUROS</a:t>
            </a:r>
          </a:p>
          <a:p>
            <a:r>
              <a:rPr lang="es-ES" dirty="0"/>
              <a:t>EN DICIEMBRE HA DADO 4 CLASES DE 1 HORA</a:t>
            </a:r>
          </a:p>
          <a:p>
            <a:r>
              <a:rPr lang="es-ES" dirty="0"/>
              <a:t>TOTAL MES PAGANDO 16/HORA: 64 EUROS</a:t>
            </a:r>
          </a:p>
          <a:p>
            <a:r>
              <a:rPr lang="es-ES" dirty="0"/>
              <a:t>LE DIGO QUE PAGUE AL ALUMNO 2 EUROS MENOS CADA SEMANA QUE DE LA CLASE (SIGO GESTIONANDO CLASES Y YO MANDO RECORDATORIOS). PADRE PAGA 14/HORA. TOTAL = 60</a:t>
            </a:r>
          </a:p>
          <a:p>
            <a:r>
              <a:rPr lang="es-ES" dirty="0"/>
              <a:t>64-60 = 4 EUROS.</a:t>
            </a:r>
          </a:p>
          <a:p>
            <a:r>
              <a:rPr lang="es-ES" dirty="0"/>
              <a:t>PRIMERA CLASE DEL SIGUIENTE MES PAGA 15 + 4 = 19 Y YO</a:t>
            </a:r>
          </a:p>
          <a:p>
            <a:endParaRPr lang="es-ES" dirty="0"/>
          </a:p>
          <a:p>
            <a:endParaRPr lang="es-ES" dirty="0"/>
          </a:p>
        </p:txBody>
      </p:sp>
    </p:spTree>
    <p:extLst>
      <p:ext uri="{BB962C8B-B14F-4D97-AF65-F5344CB8AC3E}">
        <p14:creationId xmlns:p14="http://schemas.microsoft.com/office/powerpoint/2010/main" val="1828555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F430E-0082-5237-4284-7ACE70E1CE8B}"/>
              </a:ext>
            </a:extLst>
          </p:cNvPr>
          <p:cNvSpPr>
            <a:spLocks noGrp="1"/>
          </p:cNvSpPr>
          <p:nvPr>
            <p:ph type="title"/>
          </p:nvPr>
        </p:nvSpPr>
        <p:spPr>
          <a:xfrm>
            <a:off x="412955" y="365125"/>
            <a:ext cx="10940845" cy="1325563"/>
          </a:xfrm>
        </p:spPr>
        <p:txBody>
          <a:bodyPr/>
          <a:lstStyle/>
          <a:p>
            <a:r>
              <a:rPr lang="es-ES" dirty="0"/>
              <a:t>PRIMER MES (16/HORA, COMISIÓN 2 EUROS)</a:t>
            </a:r>
          </a:p>
        </p:txBody>
      </p:sp>
      <p:sp>
        <p:nvSpPr>
          <p:cNvPr id="3" name="Marcador de contenido 2">
            <a:extLst>
              <a:ext uri="{FF2B5EF4-FFF2-40B4-BE49-F238E27FC236}">
                <a16:creationId xmlns:a16="http://schemas.microsoft.com/office/drawing/2014/main" id="{3A6C4E41-3091-763E-6CD4-42D8665BBE75}"/>
              </a:ext>
            </a:extLst>
          </p:cNvPr>
          <p:cNvSpPr>
            <a:spLocks noGrp="1"/>
          </p:cNvSpPr>
          <p:nvPr>
            <p:ph idx="1"/>
          </p:nvPr>
        </p:nvSpPr>
        <p:spPr/>
        <p:txBody>
          <a:bodyPr/>
          <a:lstStyle/>
          <a:p>
            <a:pPr marL="0" indent="0">
              <a:buNone/>
            </a:pPr>
            <a:r>
              <a:rPr lang="es-ES" dirty="0"/>
              <a:t>TODO EL MES: PAGA AL PROFESOR 14</a:t>
            </a:r>
          </a:p>
          <a:p>
            <a:pPr marL="0" indent="0">
              <a:buNone/>
            </a:pPr>
            <a:r>
              <a:rPr lang="es-ES" dirty="0"/>
              <a:t>A FINAL DE MES (DA 2 CLASES POR SEMANA):</a:t>
            </a:r>
          </a:p>
          <a:p>
            <a:pPr marL="0" indent="0">
              <a:buNone/>
            </a:pPr>
            <a:r>
              <a:rPr lang="es-ES" dirty="0"/>
              <a:t>- HA PAGADO AL PROFE: 8 * 14 EUROS = 112 EUROS</a:t>
            </a:r>
          </a:p>
          <a:p>
            <a:pPr>
              <a:buFontTx/>
              <a:buChar char="-"/>
            </a:pPr>
            <a:r>
              <a:rPr lang="es-ES" dirty="0"/>
              <a:t>TOTAL: 8 * 16 = 128</a:t>
            </a:r>
          </a:p>
          <a:p>
            <a:pPr>
              <a:buFontTx/>
              <a:buChar char="-"/>
            </a:pPr>
            <a:r>
              <a:rPr lang="es-ES" dirty="0"/>
              <a:t>IMPORTE EXTRA QUE ME PAGA EN LA PRIMERA CLASE DEL MES SIGUIENTE: 128 – 112 = 16</a:t>
            </a:r>
          </a:p>
          <a:p>
            <a:pPr marL="0" indent="0">
              <a:buNone/>
            </a:pPr>
            <a:endParaRPr lang="es-ES" dirty="0"/>
          </a:p>
          <a:p>
            <a:endParaRPr lang="es-ES" dirty="0"/>
          </a:p>
        </p:txBody>
      </p:sp>
    </p:spTree>
    <p:extLst>
      <p:ext uri="{BB962C8B-B14F-4D97-AF65-F5344CB8AC3E}">
        <p14:creationId xmlns:p14="http://schemas.microsoft.com/office/powerpoint/2010/main" val="118927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E149A2-2D9E-77D6-17A7-CE8E8723E4B8}"/>
              </a:ext>
            </a:extLst>
          </p:cNvPr>
          <p:cNvSpPr>
            <a:spLocks noGrp="1"/>
          </p:cNvSpPr>
          <p:nvPr>
            <p:ph type="title"/>
          </p:nvPr>
        </p:nvSpPr>
        <p:spPr/>
        <p:txBody>
          <a:bodyPr/>
          <a:lstStyle/>
          <a:p>
            <a:r>
              <a:rPr lang="es-ES" dirty="0"/>
              <a:t>SEGUNDO MES</a:t>
            </a:r>
          </a:p>
        </p:txBody>
      </p:sp>
      <p:sp>
        <p:nvSpPr>
          <p:cNvPr id="3" name="Marcador de contenido 2">
            <a:extLst>
              <a:ext uri="{FF2B5EF4-FFF2-40B4-BE49-F238E27FC236}">
                <a16:creationId xmlns:a16="http://schemas.microsoft.com/office/drawing/2014/main" id="{B50F185F-586C-500E-4FD3-F5AAAEF7AAA6}"/>
              </a:ext>
            </a:extLst>
          </p:cNvPr>
          <p:cNvSpPr>
            <a:spLocks noGrp="1"/>
          </p:cNvSpPr>
          <p:nvPr>
            <p:ph idx="1"/>
          </p:nvPr>
        </p:nvSpPr>
        <p:spPr/>
        <p:txBody>
          <a:bodyPr/>
          <a:lstStyle/>
          <a:p>
            <a:r>
              <a:rPr lang="es-ES" dirty="0"/>
              <a:t>PRIMERA CLASE ME PAGA 14 + 16 = 30 (YO LE PAGO 14 AL PROFE)</a:t>
            </a:r>
          </a:p>
          <a:p>
            <a:r>
              <a:rPr lang="es-ES" dirty="0"/>
              <a:t>RESTO DE CLASES LAS PAGA AL PROFESOR</a:t>
            </a:r>
          </a:p>
          <a:p>
            <a:r>
              <a:rPr lang="es-ES" dirty="0"/>
              <a:t>A FINAL DE MES (DA 7 CLASES):</a:t>
            </a:r>
          </a:p>
          <a:p>
            <a:pPr>
              <a:buFontTx/>
              <a:buChar char="-"/>
            </a:pPr>
            <a:r>
              <a:rPr lang="es-ES" dirty="0"/>
              <a:t>TOTAL PROFE: 7 * 14 = 98</a:t>
            </a:r>
          </a:p>
          <a:p>
            <a:pPr>
              <a:buFontTx/>
              <a:buChar char="-"/>
            </a:pPr>
            <a:r>
              <a:rPr lang="es-ES" dirty="0"/>
              <a:t>TOTAL: 7 * 16 = 112</a:t>
            </a:r>
          </a:p>
          <a:p>
            <a:pPr>
              <a:buFontTx/>
              <a:buChar char="-"/>
            </a:pPr>
            <a:r>
              <a:rPr lang="es-ES" dirty="0"/>
              <a:t>PRIMERA CLASE DEL SIGUIENTE MES ME PAGA 14 + 14</a:t>
            </a:r>
          </a:p>
        </p:txBody>
      </p:sp>
    </p:spTree>
    <p:extLst>
      <p:ext uri="{BB962C8B-B14F-4D97-AF65-F5344CB8AC3E}">
        <p14:creationId xmlns:p14="http://schemas.microsoft.com/office/powerpoint/2010/main" val="3790584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7DC208-E694-4A29-B4D7-61DC7A5EFD7E}"/>
              </a:ext>
            </a:extLst>
          </p:cNvPr>
          <p:cNvSpPr>
            <a:spLocks noGrp="1"/>
          </p:cNvSpPr>
          <p:nvPr>
            <p:ph type="title"/>
          </p:nvPr>
        </p:nvSpPr>
        <p:spPr/>
        <p:txBody>
          <a:bodyPr/>
          <a:lstStyle/>
          <a:p>
            <a:r>
              <a:rPr lang="es-ES" dirty="0"/>
              <a:t>PROBLEMAS</a:t>
            </a:r>
          </a:p>
        </p:txBody>
      </p:sp>
      <p:sp>
        <p:nvSpPr>
          <p:cNvPr id="3" name="Marcador de contenido 2">
            <a:extLst>
              <a:ext uri="{FF2B5EF4-FFF2-40B4-BE49-F238E27FC236}">
                <a16:creationId xmlns:a16="http://schemas.microsoft.com/office/drawing/2014/main" id="{563AF6FA-9D9D-A0E6-6781-50524904C277}"/>
              </a:ext>
            </a:extLst>
          </p:cNvPr>
          <p:cNvSpPr>
            <a:spLocks noGrp="1"/>
          </p:cNvSpPr>
          <p:nvPr>
            <p:ph idx="1"/>
          </p:nvPr>
        </p:nvSpPr>
        <p:spPr/>
        <p:txBody>
          <a:bodyPr/>
          <a:lstStyle/>
          <a:p>
            <a:r>
              <a:rPr lang="es-ES" dirty="0"/>
              <a:t>PADRES TIENEN QUE PAGAR CADA SEMANA, NO POR BONOS</a:t>
            </a:r>
          </a:p>
          <a:p>
            <a:r>
              <a:rPr lang="es-ES" dirty="0"/>
              <a:t>SI PADRES HACEN BONOS A PROFESORES, A ELLOS LES VA A COSTAR LLEVAR LA CUENTA</a:t>
            </a:r>
          </a:p>
          <a:p>
            <a:r>
              <a:rPr lang="es-ES" dirty="0"/>
              <a:t>SI PAGAN BONO, ¿POR </a:t>
            </a:r>
            <a:r>
              <a:rPr lang="es-ES" dirty="0" err="1"/>
              <a:t>BIZUM</a:t>
            </a:r>
            <a:r>
              <a:rPr lang="es-ES" dirty="0"/>
              <a:t> SERÍA MÁS CÓMODO, NO? EL ÚNICO MOTIVO POR EL QUE YO COBRABA POR TRANSFERENCIA ERA PORQUE TENÍA LÍMITE, PERO TANTO PARA PADRES COMO PARA PROFES ES MÁS CÓMODO PAGAR Y COBRAR </a:t>
            </a:r>
            <a:r>
              <a:rPr lang="es-ES" dirty="0" err="1"/>
              <a:t>VIA</a:t>
            </a:r>
            <a:r>
              <a:rPr lang="es-ES" dirty="0"/>
              <a:t> </a:t>
            </a:r>
            <a:r>
              <a:rPr lang="es-ES" dirty="0" err="1"/>
              <a:t>BIZUM</a:t>
            </a:r>
            <a:endParaRPr lang="es-ES" dirty="0"/>
          </a:p>
        </p:txBody>
      </p:sp>
    </p:spTree>
    <p:extLst>
      <p:ext uri="{BB962C8B-B14F-4D97-AF65-F5344CB8AC3E}">
        <p14:creationId xmlns:p14="http://schemas.microsoft.com/office/powerpoint/2010/main" val="2035334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71E416-D454-8EF8-7B04-AB294295913E}"/>
              </a:ext>
            </a:extLst>
          </p:cNvPr>
          <p:cNvSpPr>
            <a:spLocks noGrp="1"/>
          </p:cNvSpPr>
          <p:nvPr>
            <p:ph type="title"/>
          </p:nvPr>
        </p:nvSpPr>
        <p:spPr/>
        <p:txBody>
          <a:bodyPr/>
          <a:lstStyle/>
          <a:p>
            <a:r>
              <a:rPr lang="es-ES" dirty="0"/>
              <a:t>SOLUCIONES</a:t>
            </a:r>
          </a:p>
        </p:txBody>
      </p:sp>
      <p:sp>
        <p:nvSpPr>
          <p:cNvPr id="3" name="Marcador de contenido 2">
            <a:extLst>
              <a:ext uri="{FF2B5EF4-FFF2-40B4-BE49-F238E27FC236}">
                <a16:creationId xmlns:a16="http://schemas.microsoft.com/office/drawing/2014/main" id="{E2A4AF4F-E6E1-35B7-EE90-45A571C32A12}"/>
              </a:ext>
            </a:extLst>
          </p:cNvPr>
          <p:cNvSpPr>
            <a:spLocks noGrp="1"/>
          </p:cNvSpPr>
          <p:nvPr>
            <p:ph idx="1"/>
          </p:nvPr>
        </p:nvSpPr>
        <p:spPr/>
        <p:txBody>
          <a:bodyPr>
            <a:normAutofit lnSpcReduction="10000"/>
          </a:bodyPr>
          <a:lstStyle/>
          <a:p>
            <a:r>
              <a:rPr lang="es-ES" dirty="0"/>
              <a:t>CADA VEZ QUE UN PADRE HACE PAGO DEL BONO AL PROFE ME MANDA IMPORTE. ME APUNTO IMPORTE EN EXCEL. </a:t>
            </a:r>
          </a:p>
          <a:p>
            <a:r>
              <a:rPr lang="es-ES" dirty="0"/>
              <a:t>LO HAGO COMO YA LO ESTABA HACIENDO PERO AHORA SOLO REGISTRO LAS CLASES DADAS Y MANDO RECORDATORIO CUANDO EL BONO SE AGOTE PARA QUE EL PROFESOR NO TENGA QUE ESTAR PENDIENTE (MANDANDO REGISTRO DE CLASES DADAS PARA QUE CONFIRMEN LOS PADRES QUE TODO ESTÁ EN ORDEN, ASÍ APORTA CONFIANZA). </a:t>
            </a:r>
          </a:p>
          <a:p>
            <a:r>
              <a:rPr lang="es-ES" dirty="0"/>
              <a:t>PROFES SOLO SE PREOCUPAN DE DECIRME CADA SEMANA EL HORARIO Y SI HA HABIDO CANCELACIONES. NO ESTÁN DETRÁS DE LOS PADRES.</a:t>
            </a:r>
          </a:p>
        </p:txBody>
      </p:sp>
    </p:spTree>
    <p:extLst>
      <p:ext uri="{BB962C8B-B14F-4D97-AF65-F5344CB8AC3E}">
        <p14:creationId xmlns:p14="http://schemas.microsoft.com/office/powerpoint/2010/main" val="4242426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D83BF-C92A-9F48-4F28-72B496AED2C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325A7C-DB15-6C88-B319-3F99B95E09B9}"/>
              </a:ext>
            </a:extLst>
          </p:cNvPr>
          <p:cNvSpPr>
            <a:spLocks noGrp="1"/>
          </p:cNvSpPr>
          <p:nvPr>
            <p:ph type="ctrTitle"/>
          </p:nvPr>
        </p:nvSpPr>
        <p:spPr/>
        <p:txBody>
          <a:bodyPr/>
          <a:lstStyle/>
          <a:p>
            <a:r>
              <a:rPr lang="es-ES" dirty="0"/>
              <a:t>SERVICIOS Y PRECIO</a:t>
            </a:r>
          </a:p>
        </p:txBody>
      </p:sp>
      <p:sp>
        <p:nvSpPr>
          <p:cNvPr id="3" name="Subtítulo 2">
            <a:extLst>
              <a:ext uri="{FF2B5EF4-FFF2-40B4-BE49-F238E27FC236}">
                <a16:creationId xmlns:a16="http://schemas.microsoft.com/office/drawing/2014/main" id="{153781B3-301B-1307-D0CC-ADABA5BD0FE6}"/>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1745140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694AC3-CB67-D471-B419-96FF07E49C4C}"/>
              </a:ext>
            </a:extLst>
          </p:cNvPr>
          <p:cNvSpPr>
            <a:spLocks noGrp="1"/>
          </p:cNvSpPr>
          <p:nvPr>
            <p:ph type="title"/>
          </p:nvPr>
        </p:nvSpPr>
        <p:spPr>
          <a:xfrm>
            <a:off x="838200" y="365126"/>
            <a:ext cx="10515600" cy="893404"/>
          </a:xfrm>
        </p:spPr>
        <p:txBody>
          <a:bodyPr/>
          <a:lstStyle/>
          <a:p>
            <a:r>
              <a:rPr lang="es-ES" dirty="0"/>
              <a:t>SERVICIOS</a:t>
            </a:r>
          </a:p>
        </p:txBody>
      </p:sp>
      <p:sp>
        <p:nvSpPr>
          <p:cNvPr id="3" name="Marcador de contenido 2">
            <a:extLst>
              <a:ext uri="{FF2B5EF4-FFF2-40B4-BE49-F238E27FC236}">
                <a16:creationId xmlns:a16="http://schemas.microsoft.com/office/drawing/2014/main" id="{ABCB4ED9-88E3-4070-2B77-D0C1EBB9EE05}"/>
              </a:ext>
            </a:extLst>
          </p:cNvPr>
          <p:cNvSpPr>
            <a:spLocks noGrp="1"/>
          </p:cNvSpPr>
          <p:nvPr>
            <p:ph idx="1"/>
          </p:nvPr>
        </p:nvSpPr>
        <p:spPr/>
        <p:txBody>
          <a:bodyPr>
            <a:normAutofit/>
          </a:bodyPr>
          <a:lstStyle/>
          <a:p>
            <a:pPr marL="0" indent="0">
              <a:buNone/>
            </a:pPr>
            <a:r>
              <a:rPr lang="es-ES" dirty="0"/>
              <a:t>LO QUE YA PAGAN POR SUSCRIPCIÓN</a:t>
            </a:r>
          </a:p>
          <a:p>
            <a:r>
              <a:rPr lang="es-ES" dirty="0"/>
              <a:t>PRECIO POR HORA MÁS BARATO PARA PADRES. CUANTAS MAS CLASES DEN MAS BARATO LES SALE EN </a:t>
            </a:r>
            <a:r>
              <a:rPr lang="es-ES" dirty="0" err="1"/>
              <a:t>COMPARACION</a:t>
            </a:r>
            <a:r>
              <a:rPr lang="es-ES" dirty="0"/>
              <a:t> CON EL BONO</a:t>
            </a:r>
          </a:p>
          <a:p>
            <a:r>
              <a:rPr lang="es-ES" dirty="0"/>
              <a:t>REASIGNACIÓN EN CASO DE NECESITARLA</a:t>
            </a:r>
          </a:p>
          <a:p>
            <a:endParaRPr lang="es-ES" dirty="0"/>
          </a:p>
          <a:p>
            <a:pPr marL="0" indent="0">
              <a:buNone/>
            </a:pPr>
            <a:r>
              <a:rPr lang="es-ES" dirty="0"/>
              <a:t>10 EUROS EXTRA </a:t>
            </a:r>
          </a:p>
          <a:p>
            <a:r>
              <a:rPr lang="es-ES"/>
              <a:t>SEGUIMIENTO</a:t>
            </a:r>
            <a:endParaRPr lang="es-ES" dirty="0"/>
          </a:p>
          <a:p>
            <a:endParaRPr lang="es-ES" dirty="0"/>
          </a:p>
        </p:txBody>
      </p:sp>
    </p:spTree>
    <p:extLst>
      <p:ext uri="{BB962C8B-B14F-4D97-AF65-F5344CB8AC3E}">
        <p14:creationId xmlns:p14="http://schemas.microsoft.com/office/powerpoint/2010/main" val="881456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BF914-5A4D-7A52-97E9-F56BFB61C9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429768-6816-31FC-BAD9-6C49B999D4A2}"/>
              </a:ext>
            </a:extLst>
          </p:cNvPr>
          <p:cNvSpPr>
            <a:spLocks noGrp="1"/>
          </p:cNvSpPr>
          <p:nvPr>
            <p:ph type="ctrTitle"/>
          </p:nvPr>
        </p:nvSpPr>
        <p:spPr/>
        <p:txBody>
          <a:bodyPr/>
          <a:lstStyle/>
          <a:p>
            <a:r>
              <a:rPr lang="es-ES" dirty="0"/>
              <a:t>EXPANSIÓN</a:t>
            </a:r>
          </a:p>
        </p:txBody>
      </p:sp>
      <p:sp>
        <p:nvSpPr>
          <p:cNvPr id="3" name="Subtítulo 2">
            <a:extLst>
              <a:ext uri="{FF2B5EF4-FFF2-40B4-BE49-F238E27FC236}">
                <a16:creationId xmlns:a16="http://schemas.microsoft.com/office/drawing/2014/main" id="{1BF55BE6-3C99-96A1-95A3-8B8CDDD74C37}"/>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3161608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80C184-4DC4-B958-849A-858F246FEBFE}"/>
              </a:ext>
            </a:extLst>
          </p:cNvPr>
          <p:cNvSpPr>
            <a:spLocks noGrp="1"/>
          </p:cNvSpPr>
          <p:nvPr>
            <p:ph type="title"/>
          </p:nvPr>
        </p:nvSpPr>
        <p:spPr/>
        <p:txBody>
          <a:bodyPr/>
          <a:lstStyle/>
          <a:p>
            <a:r>
              <a:rPr lang="es-ES" dirty="0"/>
              <a:t>COMO CONTACTO CON DIRECTORES</a:t>
            </a:r>
          </a:p>
        </p:txBody>
      </p:sp>
      <p:sp>
        <p:nvSpPr>
          <p:cNvPr id="3" name="Marcador de contenido 2">
            <a:extLst>
              <a:ext uri="{FF2B5EF4-FFF2-40B4-BE49-F238E27FC236}">
                <a16:creationId xmlns:a16="http://schemas.microsoft.com/office/drawing/2014/main" id="{B6F80FD1-04C7-6C1E-435A-8388AB3D9646}"/>
              </a:ext>
            </a:extLst>
          </p:cNvPr>
          <p:cNvSpPr>
            <a:spLocks noGrp="1"/>
          </p:cNvSpPr>
          <p:nvPr>
            <p:ph idx="1"/>
          </p:nvPr>
        </p:nvSpPr>
        <p:spPr/>
        <p:txBody>
          <a:bodyPr/>
          <a:lstStyle/>
          <a:p>
            <a:r>
              <a:rPr lang="es-ES" dirty="0"/>
              <a:t>DIRECTORA</a:t>
            </a:r>
          </a:p>
          <a:p>
            <a:r>
              <a:rPr lang="es-ES" dirty="0"/>
              <a:t>ALEJANDRO</a:t>
            </a:r>
          </a:p>
        </p:txBody>
      </p:sp>
    </p:spTree>
    <p:extLst>
      <p:ext uri="{BB962C8B-B14F-4D97-AF65-F5344CB8AC3E}">
        <p14:creationId xmlns:p14="http://schemas.microsoft.com/office/powerpoint/2010/main" val="375093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BCA43A-42E0-7F71-9667-972A147E411D}"/>
              </a:ext>
            </a:extLst>
          </p:cNvPr>
          <p:cNvSpPr>
            <a:spLocks noGrp="1"/>
          </p:cNvSpPr>
          <p:nvPr>
            <p:ph type="title"/>
          </p:nvPr>
        </p:nvSpPr>
        <p:spPr/>
        <p:txBody>
          <a:bodyPr/>
          <a:lstStyle/>
          <a:p>
            <a:r>
              <a:rPr lang="es-ES" dirty="0"/>
              <a:t>EXALUMNOS</a:t>
            </a:r>
          </a:p>
        </p:txBody>
      </p:sp>
      <p:sp>
        <p:nvSpPr>
          <p:cNvPr id="3" name="Marcador de contenido 2">
            <a:extLst>
              <a:ext uri="{FF2B5EF4-FFF2-40B4-BE49-F238E27FC236}">
                <a16:creationId xmlns:a16="http://schemas.microsoft.com/office/drawing/2014/main" id="{6CA2691C-4F17-FC42-2616-E9BA6D9074AC}"/>
              </a:ext>
            </a:extLst>
          </p:cNvPr>
          <p:cNvSpPr>
            <a:spLocks noGrp="1"/>
          </p:cNvSpPr>
          <p:nvPr>
            <p:ph idx="1"/>
          </p:nvPr>
        </p:nvSpPr>
        <p:spPr/>
        <p:txBody>
          <a:bodyPr/>
          <a:lstStyle/>
          <a:p>
            <a:r>
              <a:rPr lang="es-ES" dirty="0"/>
              <a:t>CON QUE ME PASEN EL CONTACTO DE UN EXALUMNO, ME CONSIGO METER EN TODOS LOS GRUPOS DE WHATSAPP. SOLO NECESITO UN CONTACTO O DOS</a:t>
            </a:r>
          </a:p>
        </p:txBody>
      </p:sp>
    </p:spTree>
    <p:extLst>
      <p:ext uri="{BB962C8B-B14F-4D97-AF65-F5344CB8AC3E}">
        <p14:creationId xmlns:p14="http://schemas.microsoft.com/office/powerpoint/2010/main" val="3007661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AC771-571C-B57A-2BBA-46A7AADFFB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E417224-47F4-C65A-F157-0DFDD0F6AA91}"/>
              </a:ext>
            </a:extLst>
          </p:cNvPr>
          <p:cNvSpPr>
            <a:spLocks noGrp="1"/>
          </p:cNvSpPr>
          <p:nvPr>
            <p:ph type="title"/>
          </p:nvPr>
        </p:nvSpPr>
        <p:spPr/>
        <p:txBody>
          <a:bodyPr/>
          <a:lstStyle/>
          <a:p>
            <a:r>
              <a:rPr lang="es-ES" dirty="0"/>
              <a:t>PADRES</a:t>
            </a:r>
          </a:p>
        </p:txBody>
      </p:sp>
      <p:sp>
        <p:nvSpPr>
          <p:cNvPr id="3" name="Marcador de contenido 2">
            <a:extLst>
              <a:ext uri="{FF2B5EF4-FFF2-40B4-BE49-F238E27FC236}">
                <a16:creationId xmlns:a16="http://schemas.microsoft.com/office/drawing/2014/main" id="{DA757560-1C39-E723-B969-B042D68074E1}"/>
              </a:ext>
            </a:extLst>
          </p:cNvPr>
          <p:cNvSpPr>
            <a:spLocks noGrp="1"/>
          </p:cNvSpPr>
          <p:nvPr>
            <p:ph idx="1"/>
          </p:nvPr>
        </p:nvSpPr>
        <p:spPr/>
        <p:txBody>
          <a:bodyPr>
            <a:normAutofit/>
          </a:bodyPr>
          <a:lstStyle/>
          <a:p>
            <a:pPr marL="0" indent="0">
              <a:buNone/>
            </a:pPr>
            <a:r>
              <a:rPr lang="es-ES" dirty="0"/>
              <a:t>COLEGIO ME RECOMIENDA A LOS PADRES</a:t>
            </a:r>
          </a:p>
          <a:p>
            <a:endParaRPr lang="es-ES" dirty="0"/>
          </a:p>
        </p:txBody>
      </p:sp>
    </p:spTree>
    <p:extLst>
      <p:ext uri="{BB962C8B-B14F-4D97-AF65-F5344CB8AC3E}">
        <p14:creationId xmlns:p14="http://schemas.microsoft.com/office/powerpoint/2010/main" val="3881486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00B42A-639D-3321-6788-D92FFD99940B}"/>
              </a:ext>
            </a:extLst>
          </p:cNvPr>
          <p:cNvSpPr>
            <a:spLocks noGrp="1"/>
          </p:cNvSpPr>
          <p:nvPr>
            <p:ph type="ctrTitle"/>
          </p:nvPr>
        </p:nvSpPr>
        <p:spPr/>
        <p:txBody>
          <a:bodyPr/>
          <a:lstStyle/>
          <a:p>
            <a:r>
              <a:rPr lang="es-ES" dirty="0"/>
              <a:t>SEGUIMIENTO MENSUAL</a:t>
            </a:r>
          </a:p>
        </p:txBody>
      </p:sp>
      <p:sp>
        <p:nvSpPr>
          <p:cNvPr id="3" name="Subtítulo 2">
            <a:extLst>
              <a:ext uri="{FF2B5EF4-FFF2-40B4-BE49-F238E27FC236}">
                <a16:creationId xmlns:a16="http://schemas.microsoft.com/office/drawing/2014/main" id="{2077268A-3DD1-20F5-4C28-4758E3E3B403}"/>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1514043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A53953-F130-769D-EA4E-64CD91A129A6}"/>
              </a:ext>
            </a:extLst>
          </p:cNvPr>
          <p:cNvSpPr>
            <a:spLocks noGrp="1"/>
          </p:cNvSpPr>
          <p:nvPr>
            <p:ph type="title"/>
          </p:nvPr>
        </p:nvSpPr>
        <p:spPr/>
        <p:txBody>
          <a:bodyPr/>
          <a:lstStyle/>
          <a:p>
            <a:r>
              <a:rPr lang="es-ES" dirty="0"/>
              <a:t>PRINCIPIOS DE ENERO</a:t>
            </a:r>
          </a:p>
        </p:txBody>
      </p:sp>
      <p:sp>
        <p:nvSpPr>
          <p:cNvPr id="3" name="Marcador de contenido 2">
            <a:extLst>
              <a:ext uri="{FF2B5EF4-FFF2-40B4-BE49-F238E27FC236}">
                <a16:creationId xmlns:a16="http://schemas.microsoft.com/office/drawing/2014/main" id="{29E5A577-30CD-F5B2-BCCB-7966622DFE8F}"/>
              </a:ext>
            </a:extLst>
          </p:cNvPr>
          <p:cNvSpPr>
            <a:spLocks noGrp="1"/>
          </p:cNvSpPr>
          <p:nvPr>
            <p:ph idx="1"/>
          </p:nvPr>
        </p:nvSpPr>
        <p:spPr/>
        <p:txBody>
          <a:bodyPr>
            <a:normAutofit fontScale="92500" lnSpcReduction="10000"/>
          </a:bodyPr>
          <a:lstStyle/>
          <a:p>
            <a:pPr marL="0" indent="0">
              <a:buNone/>
            </a:pPr>
            <a:r>
              <a:rPr lang="es-ES" dirty="0"/>
              <a:t>ENVIAR FORMULARIO ANÓNIMO A CADA PADRE: </a:t>
            </a:r>
          </a:p>
          <a:p>
            <a:r>
              <a:rPr lang="es-ES" dirty="0"/>
              <a:t>¿ESTARÍAS DISPUESTO A PAGAR POR RECIBIR UN INFORME DE SEGUIMIENTO CON X COSAS?</a:t>
            </a:r>
          </a:p>
          <a:p>
            <a:r>
              <a:rPr lang="es-ES" dirty="0"/>
              <a:t>¿QUE MAS COSAS </a:t>
            </a:r>
            <a:r>
              <a:rPr lang="es-ES" dirty="0" err="1"/>
              <a:t>VALORARIAS</a:t>
            </a:r>
            <a:r>
              <a:rPr lang="es-ES" dirty="0"/>
              <a:t> TENER EN EL INFORME?</a:t>
            </a:r>
          </a:p>
          <a:p>
            <a:r>
              <a:rPr lang="es-ES" dirty="0"/>
              <a:t>POR QUE MAS </a:t>
            </a:r>
            <a:r>
              <a:rPr lang="es-ES" dirty="0" err="1"/>
              <a:t>ESTARIAS</a:t>
            </a:r>
            <a:r>
              <a:rPr lang="es-ES" dirty="0"/>
              <a:t> DISPUESTO A PAGAR</a:t>
            </a:r>
          </a:p>
          <a:p>
            <a:endParaRPr lang="es-ES" dirty="0"/>
          </a:p>
          <a:p>
            <a:pPr marL="0" indent="0">
              <a:buNone/>
            </a:pPr>
            <a:r>
              <a:rPr lang="es-ES" dirty="0"/>
              <a:t>A FINALES DE ENERO ENVIAR INFORME PRUEBA A TODOS INDEPENDIENTEMENTE DE SI HAN VOTADO O NO PARA DARLES A PROBAR LO QUE </a:t>
            </a:r>
            <a:r>
              <a:rPr lang="es-ES" dirty="0" err="1"/>
              <a:t>PODRIAN</a:t>
            </a:r>
            <a:r>
              <a:rPr lang="es-ES" dirty="0"/>
              <a:t> RECIBIR (</a:t>
            </a:r>
            <a:r>
              <a:rPr lang="es-ES" dirty="0" err="1"/>
              <a:t>CURRARMELO</a:t>
            </a:r>
            <a:r>
              <a:rPr lang="es-ES" dirty="0"/>
              <a:t>) Y VOLVER A REPETIR EL FORMULARIO PARA PADRES: ¿</a:t>
            </a:r>
            <a:r>
              <a:rPr lang="es-ES" dirty="0" err="1"/>
              <a:t>PAGARIAS</a:t>
            </a:r>
            <a:r>
              <a:rPr lang="es-ES" dirty="0"/>
              <a:t> POR EL INFORME? SI, SI PERO SI </a:t>
            </a:r>
            <a:r>
              <a:rPr lang="es-ES" dirty="0" err="1"/>
              <a:t>AÑADIS</a:t>
            </a:r>
            <a:r>
              <a:rPr lang="es-ES" dirty="0"/>
              <a:t> X, NO</a:t>
            </a:r>
          </a:p>
          <a:p>
            <a:endParaRPr lang="es-ES" dirty="0"/>
          </a:p>
        </p:txBody>
      </p:sp>
    </p:spTree>
    <p:extLst>
      <p:ext uri="{BB962C8B-B14F-4D97-AF65-F5344CB8AC3E}">
        <p14:creationId xmlns:p14="http://schemas.microsoft.com/office/powerpoint/2010/main" val="2087890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64CD50-F535-CAC3-D430-96C6369714C5}"/>
              </a:ext>
            </a:extLst>
          </p:cNvPr>
          <p:cNvSpPr>
            <a:spLocks noGrp="1"/>
          </p:cNvSpPr>
          <p:nvPr>
            <p:ph type="title"/>
          </p:nvPr>
        </p:nvSpPr>
        <p:spPr/>
        <p:txBody>
          <a:bodyPr/>
          <a:lstStyle/>
          <a:p>
            <a:r>
              <a:rPr lang="es-ES" dirty="0"/>
              <a:t>FEBRERO</a:t>
            </a:r>
          </a:p>
        </p:txBody>
      </p:sp>
      <p:sp>
        <p:nvSpPr>
          <p:cNvPr id="3" name="Marcador de contenido 2">
            <a:extLst>
              <a:ext uri="{FF2B5EF4-FFF2-40B4-BE49-F238E27FC236}">
                <a16:creationId xmlns:a16="http://schemas.microsoft.com/office/drawing/2014/main" id="{BFC45E2F-8BC9-177C-E695-BD77A054A8D9}"/>
              </a:ext>
            </a:extLst>
          </p:cNvPr>
          <p:cNvSpPr>
            <a:spLocks noGrp="1"/>
          </p:cNvSpPr>
          <p:nvPr>
            <p:ph idx="1"/>
          </p:nvPr>
        </p:nvSpPr>
        <p:spPr/>
        <p:txBody>
          <a:bodyPr/>
          <a:lstStyle/>
          <a:p>
            <a:r>
              <a:rPr lang="es-ES" dirty="0"/>
              <a:t>SEGUIR GESTIONANDO PAGOS PERO PEDIRLES A LOS QUE HAN VOTADO SI QUE PARA EL SIGUIENTE BONO SEAN 10 EUROS MAS POR EL SEGUIMIENTO</a:t>
            </a:r>
          </a:p>
          <a:p>
            <a:endParaRPr lang="es-ES" dirty="0"/>
          </a:p>
          <a:p>
            <a:r>
              <a:rPr lang="es-ES" dirty="0"/>
              <a:t>AL FINAL DE MES MANDAR INFORME Y VOLVER A MANDAR UN FORMULARIO PARA PREGUNTAR: ¿</a:t>
            </a:r>
            <a:r>
              <a:rPr lang="es-ES" dirty="0" err="1"/>
              <a:t>SEGUIRIAS</a:t>
            </a:r>
            <a:r>
              <a:rPr lang="es-ES" dirty="0"/>
              <a:t> ESTANDO DISPUESTO A PAGAR? ¿EL INFORME HA ESTADO A TU ALTURA? COSAS QUE </a:t>
            </a:r>
            <a:r>
              <a:rPr lang="es-ES" dirty="0" err="1"/>
              <a:t>MANTENDRIAS</a:t>
            </a:r>
            <a:r>
              <a:rPr lang="es-ES" dirty="0"/>
              <a:t> EN EL INFORME Y COSAS QUE TE </a:t>
            </a:r>
            <a:r>
              <a:rPr lang="es-ES" dirty="0" err="1"/>
              <a:t>GUSTARIA</a:t>
            </a:r>
            <a:r>
              <a:rPr lang="es-ES" dirty="0"/>
              <a:t> QUE HUBIERA QUE NO HAS VISTO</a:t>
            </a:r>
          </a:p>
        </p:txBody>
      </p:sp>
    </p:spTree>
    <p:extLst>
      <p:ext uri="{BB962C8B-B14F-4D97-AF65-F5344CB8AC3E}">
        <p14:creationId xmlns:p14="http://schemas.microsoft.com/office/powerpoint/2010/main" val="314275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B52E5E-64A3-DBA0-7470-DDEA082D9CAC}"/>
              </a:ext>
            </a:extLst>
          </p:cNvPr>
          <p:cNvSpPr>
            <a:spLocks noGrp="1"/>
          </p:cNvSpPr>
          <p:nvPr>
            <p:ph type="title"/>
          </p:nvPr>
        </p:nvSpPr>
        <p:spPr/>
        <p:txBody>
          <a:bodyPr/>
          <a:lstStyle/>
          <a:p>
            <a:r>
              <a:rPr lang="es-ES" dirty="0"/>
              <a:t>MARZO</a:t>
            </a:r>
          </a:p>
        </p:txBody>
      </p:sp>
      <p:sp>
        <p:nvSpPr>
          <p:cNvPr id="3" name="Marcador de contenido 2">
            <a:extLst>
              <a:ext uri="{FF2B5EF4-FFF2-40B4-BE49-F238E27FC236}">
                <a16:creationId xmlns:a16="http://schemas.microsoft.com/office/drawing/2014/main" id="{DC8DF891-78D7-305D-13E0-F43ABC43ABA1}"/>
              </a:ext>
            </a:extLst>
          </p:cNvPr>
          <p:cNvSpPr>
            <a:spLocks noGrp="1"/>
          </p:cNvSpPr>
          <p:nvPr>
            <p:ph idx="1"/>
          </p:nvPr>
        </p:nvSpPr>
        <p:spPr/>
        <p:txBody>
          <a:bodyPr/>
          <a:lstStyle/>
          <a:p>
            <a:r>
              <a:rPr lang="es-ES" dirty="0"/>
              <a:t>DECIR A LOS PROFES QUE A PARTIR DE AHORA ELLOS COBRAN POR SU CUENTA</a:t>
            </a:r>
          </a:p>
          <a:p>
            <a:endParaRPr lang="es-ES" dirty="0"/>
          </a:p>
          <a:p>
            <a:r>
              <a:rPr lang="es-ES" dirty="0"/>
              <a:t>DECIR A LOS PADRES QUE PAGAN A LOS PROFESORES DIRECTAMENTE A SU NUMERO DE </a:t>
            </a:r>
            <a:r>
              <a:rPr lang="es-ES" dirty="0" err="1"/>
              <a:t>BIZUM</a:t>
            </a:r>
            <a:r>
              <a:rPr lang="es-ES" dirty="0"/>
              <a:t> Y A MI ME </a:t>
            </a:r>
            <a:r>
              <a:rPr lang="es-ES" dirty="0" err="1"/>
              <a:t>ENVIAN</a:t>
            </a:r>
            <a:r>
              <a:rPr lang="es-ES" dirty="0"/>
              <a:t> AL MES X CUOTA POR: </a:t>
            </a:r>
            <a:r>
              <a:rPr lang="es-ES" dirty="0" err="1"/>
              <a:t>REASIGNACION</a:t>
            </a:r>
            <a:r>
              <a:rPr lang="es-ES" dirty="0"/>
              <a:t> INMEDIATA EN CASO DE QUE EL PROFESOR NO TENGA MAS DISPONIBILIDAD O NO ESTEN CONFORMES (10 EUROS) + INFORME DE </a:t>
            </a:r>
            <a:r>
              <a:rPr lang="es-ES" dirty="0" err="1"/>
              <a:t>EVOLUCION</a:t>
            </a:r>
            <a:r>
              <a:rPr lang="es-ES" dirty="0"/>
              <a:t> CADA MES (10 EUROS). </a:t>
            </a:r>
            <a:r>
              <a:rPr lang="es-ES"/>
              <a:t>SI HAN VOTADO NO SOLO 10 EUROS</a:t>
            </a:r>
            <a:endParaRPr lang="es-ES" dirty="0"/>
          </a:p>
          <a:p>
            <a:endParaRPr lang="es-ES" dirty="0"/>
          </a:p>
          <a:p>
            <a:endParaRPr lang="es-ES" dirty="0"/>
          </a:p>
        </p:txBody>
      </p:sp>
    </p:spTree>
    <p:extLst>
      <p:ext uri="{BB962C8B-B14F-4D97-AF65-F5344CB8AC3E}">
        <p14:creationId xmlns:p14="http://schemas.microsoft.com/office/powerpoint/2010/main" val="3880948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ACFF5B-37D5-5E75-AAF1-5296C41AD708}"/>
              </a:ext>
            </a:extLst>
          </p:cNvPr>
          <p:cNvSpPr>
            <a:spLocks noGrp="1"/>
          </p:cNvSpPr>
          <p:nvPr>
            <p:ph type="title"/>
          </p:nvPr>
        </p:nvSpPr>
        <p:spPr/>
        <p:txBody>
          <a:bodyPr/>
          <a:lstStyle/>
          <a:p>
            <a:r>
              <a:rPr lang="es-ES" dirty="0"/>
              <a:t>QUE ME FALTA POR PULIR</a:t>
            </a:r>
          </a:p>
        </p:txBody>
      </p:sp>
      <p:sp>
        <p:nvSpPr>
          <p:cNvPr id="3" name="Marcador de contenido 2">
            <a:extLst>
              <a:ext uri="{FF2B5EF4-FFF2-40B4-BE49-F238E27FC236}">
                <a16:creationId xmlns:a16="http://schemas.microsoft.com/office/drawing/2014/main" id="{23A3CCEB-D964-D9B0-DFCE-9895221821D8}"/>
              </a:ext>
            </a:extLst>
          </p:cNvPr>
          <p:cNvSpPr>
            <a:spLocks noGrp="1"/>
          </p:cNvSpPr>
          <p:nvPr>
            <p:ph idx="1"/>
          </p:nvPr>
        </p:nvSpPr>
        <p:spPr/>
        <p:txBody>
          <a:bodyPr/>
          <a:lstStyle/>
          <a:p>
            <a:r>
              <a:rPr lang="es-ES" dirty="0"/>
              <a:t>LO QUE VOY A PONER EN </a:t>
            </a:r>
            <a:r>
              <a:rPr lang="es-ES"/>
              <a:t>EL INFORME </a:t>
            </a:r>
          </a:p>
        </p:txBody>
      </p:sp>
    </p:spTree>
    <p:extLst>
      <p:ext uri="{BB962C8B-B14F-4D97-AF65-F5344CB8AC3E}">
        <p14:creationId xmlns:p14="http://schemas.microsoft.com/office/powerpoint/2010/main" val="32229949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TotalTime>
  <Words>728</Words>
  <Application>Microsoft Office PowerPoint</Application>
  <PresentationFormat>Panorámica</PresentationFormat>
  <Paragraphs>64</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Aptos</vt:lpstr>
      <vt:lpstr>Aptos Display</vt:lpstr>
      <vt:lpstr>Arial</vt:lpstr>
      <vt:lpstr>Tema de Office</vt:lpstr>
      <vt:lpstr>PAGOS</vt:lpstr>
      <vt:lpstr>UNO MÁS GRANDE LA PRIMERA CLASE SEGÚN CLASES DADAS DEL MES ANTERIOR</vt:lpstr>
      <vt:lpstr>PRIMER MES (16/HORA, COMISIÓN 2 EUROS)</vt:lpstr>
      <vt:lpstr>SEGUNDO MES</vt:lpstr>
      <vt:lpstr>PROBLEMAS</vt:lpstr>
      <vt:lpstr>SOLUCIONES</vt:lpstr>
      <vt:lpstr>SERVICIOS Y PRECIO</vt:lpstr>
      <vt:lpstr>SERVICIOS</vt:lpstr>
      <vt:lpstr>EXPANSIÓN</vt:lpstr>
      <vt:lpstr>COMO CONTACTO CON DIRECTORES</vt:lpstr>
      <vt:lpstr>EXALUMNOS</vt:lpstr>
      <vt:lpstr>PADRES</vt:lpstr>
      <vt:lpstr>SEGUIMIENTO MENSUAL</vt:lpstr>
      <vt:lpstr>PRINCIPIOS DE ENERO</vt:lpstr>
      <vt:lpstr>FEBRERO</vt:lpstr>
      <vt:lpstr>MARZO</vt:lpstr>
      <vt:lpstr>QUE ME FALTA POR PULIR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Lucía Ordovás Mejorado</dc:creator>
  <cp:lastModifiedBy>Lucía Ordovás Mejorado</cp:lastModifiedBy>
  <cp:revision>1</cp:revision>
  <dcterms:created xsi:type="dcterms:W3CDTF">2025-12-14T16:52:14Z</dcterms:created>
  <dcterms:modified xsi:type="dcterms:W3CDTF">2025-12-15T11:01:56Z</dcterms:modified>
</cp:coreProperties>
</file>