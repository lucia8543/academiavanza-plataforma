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ía Ordovás Mejorado" userId="a0fafad8-12a2-4f3e-8038-c0d40a2c22dc" providerId="ADAL" clId="{DD1A6C38-F2E8-46BB-BA87-35CDF107204F}"/>
    <pc:docChg chg="addSld modSld">
      <pc:chgData name="Lucía Ordovás Mejorado" userId="a0fafad8-12a2-4f3e-8038-c0d40a2c22dc" providerId="ADAL" clId="{DD1A6C38-F2E8-46BB-BA87-35CDF107204F}" dt="2025-12-14T16:28:19.117" v="163" actId="20577"/>
      <pc:docMkLst>
        <pc:docMk/>
      </pc:docMkLst>
      <pc:sldChg chg="modSp new mod">
        <pc:chgData name="Lucía Ordovás Mejorado" userId="a0fafad8-12a2-4f3e-8038-c0d40a2c22dc" providerId="ADAL" clId="{DD1A6C38-F2E8-46BB-BA87-35CDF107204F}" dt="2025-12-14T16:28:19.117" v="163" actId="20577"/>
        <pc:sldMkLst>
          <pc:docMk/>
          <pc:sldMk cId="3178988446" sldId="260"/>
        </pc:sldMkLst>
        <pc:spChg chg="mod">
          <ac:chgData name="Lucía Ordovás Mejorado" userId="a0fafad8-12a2-4f3e-8038-c0d40a2c22dc" providerId="ADAL" clId="{DD1A6C38-F2E8-46BB-BA87-35CDF107204F}" dt="2025-12-14T16:26:42.264" v="38" actId="20577"/>
          <ac:spMkLst>
            <pc:docMk/>
            <pc:sldMk cId="3178988446" sldId="260"/>
            <ac:spMk id="2" creationId="{A281EF6C-B006-5B9A-3BB7-C977F6B0E6F9}"/>
          </ac:spMkLst>
        </pc:spChg>
        <pc:spChg chg="mod">
          <ac:chgData name="Lucía Ordovás Mejorado" userId="a0fafad8-12a2-4f3e-8038-c0d40a2c22dc" providerId="ADAL" clId="{DD1A6C38-F2E8-46BB-BA87-35CDF107204F}" dt="2025-12-14T16:28:19.117" v="163" actId="20577"/>
          <ac:spMkLst>
            <pc:docMk/>
            <pc:sldMk cId="3178988446" sldId="260"/>
            <ac:spMk id="3" creationId="{A44686E0-8D6A-B0EF-C2A4-A03AA9D138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A2321-CAC9-79B2-106D-3879F6B32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46C262-DF84-3EE5-C126-FDA255198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2F2BE4-805E-2989-0C75-D9D4B323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61AF35-253B-CFAF-9562-890DC32D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EE3746-8188-27F8-E6E2-0D52494B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911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FA5A2-72DE-D878-1299-196E76B8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A44599-A8BC-4976-0D3B-CFF99A75F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32F6C0-02E5-A8D1-E298-17D122183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10CA31-F2AB-FACF-E709-2D2ED811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B0BFEA-7FE3-8721-0F27-75105E97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05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53C82-6F05-23F4-A6F1-6211AD6F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BDAD40-BCCD-D867-FC3A-A971CCB77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1D97CA-A52F-E859-7FA6-1144BE11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90CAA-D0BF-B99D-F1E4-678BB6B4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027499-5FCC-686B-24F1-A7037982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641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48515-9BE5-DF89-5D12-DB5603FA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1A0D94-1846-B4F6-EBD4-83A742455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75BE47-7060-E68E-F822-16A1D0785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78AB9F-4E50-70C1-643F-71B6B0EF6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15CC87-E3B1-B063-66F0-C6434FEF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112AA3-7F90-FF21-50AA-342ABD9F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4869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C729D-A473-D5A1-2E98-8BB7A8B95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A45896-F2CA-DFCA-32E6-7E1E94916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391ED6-A515-E46D-C2B9-0E990A29E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C32C29-73CA-D805-E412-7A6B751CE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E3333D-79AF-7950-2B51-D72E456AE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65E462-3289-3603-FD1A-DD4BF45A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027EC6-0B64-C73A-34E2-FD2704DF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2AC968-93FE-E8A2-4715-EE65078E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411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7FADB-A9B6-D595-2F9B-F58A0AE8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BD28C8-A3DC-7DBB-5663-FC5696F7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D87607-F8D3-A956-E512-4E574E43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5AB42E-8193-D7A5-3AA8-46BA30AA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547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A34F89-09D3-C2DF-53A3-5551D90E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07E0E4-37D1-B03B-0D06-3D4A956F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F90940-59C9-74BE-821C-F3261BB1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842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2029B-38ED-3587-C59C-295099C0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7C64A2-C94F-8628-B0F3-409B3C48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9BF8A7-FEEC-C162-36D1-D5CCFBBE2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F6B1B8-E11B-955E-4072-7D910866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45AAAF-145A-19C3-369A-6DBFD814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95B99-D9C3-92BF-624C-A0392FBD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068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8A620-1D1B-5AC8-DEC6-F642ED0A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67F075-733E-1540-54F2-096F8F3CB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A3376D-F7CE-7D27-0362-8B3BC2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43DA1A-420F-2FDC-8B89-A965ACF9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1C37B1-C02D-D5AD-3892-2B691228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5955CE-3091-5022-9E84-4FD2E5AC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68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8EF45-5967-1B9D-D01A-46E50C8D7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BF96EC-CBD3-823B-2279-F82070DF2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1DCA5A-610B-8092-889E-775C1A869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5AD0C9-AA9E-40E3-5AED-3EA413BE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11C4EF-7483-C2E9-63E4-6F979CA6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53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1966C9-69D5-CE3F-C2C4-9C6F5A53E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4BAEFC-D203-254A-458A-2830EE704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BFE6B2-1B01-1A26-A28C-F3F3769E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C755D7-19D3-6CA6-A44B-FA8845F9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C52DE5-64C7-7DC2-340F-6C7ACB5D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25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FCA3CB-7625-933F-3435-01529E0A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7D6CAD-7980-F159-D4F4-DA811D57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86B42-3DC7-762D-7916-98E4E0FC6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FD4AF-6666-4FA9-8497-8B352C880B4F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144871-E482-72EC-E5F6-2561C2C56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6749F3-95F2-D42C-855F-F2B16CC0C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4DF99-0FD7-438B-A90A-67D9A7C73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450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9E7D8-21C7-D0C4-82D0-2BAB50C3E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ESTRATEGIAS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A245D6-B108-3D0F-4A17-6EB0A97EC8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259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B7FD3-A489-E592-91E2-23328E24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AUTÓNOMA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1EA3C6-45E2-1BB1-DF4C-D5B2DA9E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AMPLIAR Y ABRIR A OTROS COLEGIOS</a:t>
            </a:r>
          </a:p>
        </p:txBody>
      </p:sp>
    </p:spTree>
    <p:extLst>
      <p:ext uri="{BB962C8B-B14F-4D97-AF65-F5344CB8AC3E}">
        <p14:creationId xmlns:p14="http://schemas.microsoft.com/office/powerpoint/2010/main" val="1772644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3424-25D6-C9A2-1513-811E396D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SOCIEDAD LIMITADA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7A29C-449B-DAB4-02F9-F12F4D745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AMPLIAR Y ABRIR A OTROS COLEGIOS</a:t>
            </a:r>
          </a:p>
        </p:txBody>
      </p:sp>
    </p:spTree>
    <p:extLst>
      <p:ext uri="{BB962C8B-B14F-4D97-AF65-F5344CB8AC3E}">
        <p14:creationId xmlns:p14="http://schemas.microsoft.com/office/powerpoint/2010/main" val="2236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4DD04-BF0E-32EF-DEE6-BE320675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COBRAR SOLO UNA VEZ AL MES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2C29E2-2B23-C25A-287F-DF705F6F8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COBRAR A PRINCIPIO O FINAL DE MES 20 EUROS A CADA PADRE + MANDO INFORME (FORMULARIO RELLENADO POR PROFE) SOBRE EVOLUCIÓN Y DEBILIDADES DEL ALUMNO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73797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1EF6C-B006-5B9A-3BB7-C977F6B0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AMPLIAR Y ABRIR A OTROS COLEGIOS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4686E0-8D6A-B0EF-C2A4-A03AA9D13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ENVIAR CORREO O IR A VER A LA DIRECTORA Y QUE ELLA </a:t>
            </a:r>
            <a:r>
              <a:rPr lang="es-ES" dirty="0" err="1"/>
              <a:t>ENVIE</a:t>
            </a:r>
            <a:r>
              <a:rPr lang="es-ES" dirty="0"/>
              <a:t> UN CORREO A X DIRECTORES QUE CONOZCA</a:t>
            </a:r>
          </a:p>
        </p:txBody>
      </p:sp>
    </p:spTree>
    <p:extLst>
      <p:ext uri="{BB962C8B-B14F-4D97-AF65-F5344CB8AC3E}">
        <p14:creationId xmlns:p14="http://schemas.microsoft.com/office/powerpoint/2010/main" val="31789884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79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ESTRATEGIAS</vt:lpstr>
      <vt:lpstr>1. AUTÓNOMA</vt:lpstr>
      <vt:lpstr>2. SOCIEDAD LIMITADA</vt:lpstr>
      <vt:lpstr>COBRAR SOLO UNA VEZ AL MES</vt:lpstr>
      <vt:lpstr>AMPLIAR Y ABRIR A OTROS COLEGIOS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Lucía Ordovás Mejorado</dc:creator>
  <cp:lastModifiedBy>Lucía Ordovás Mejorado</cp:lastModifiedBy>
  <cp:revision>1</cp:revision>
  <dcterms:created xsi:type="dcterms:W3CDTF">2025-12-14T16:18:03Z</dcterms:created>
  <dcterms:modified xsi:type="dcterms:W3CDTF">2025-12-14T16:28:26Z</dcterms:modified>
</cp:coreProperties>
</file>